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ca8c5150ce446e" /><Relationship Type="http://schemas.openxmlformats.org/officeDocument/2006/relationships/extended-properties" Target="/docProps/app.xml" Id="R861caff0590545c7" /><Relationship Type="http://schemas.openxmlformats.org/officeDocument/2006/relationships/officeDocument" Target="/ppt/presentation.xml" Id="R3cef2db13f4644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91714b305d47b4"/>
  </p:sldMasterIdLst>
  <p:notesMasterIdLst>
    <p:notesMasterId xmlns:r="http://schemas.openxmlformats.org/officeDocument/2006/relationships" r:id="R1a6908d656fb4112"/>
  </p:notesMasterIdLst>
  <p:sldIdLst>
    <p:sldId xmlns:r="http://schemas.openxmlformats.org/officeDocument/2006/relationships" id="256" r:id="R2094aba1eec341a5"/>
    <p:sldId xmlns:r="http://schemas.openxmlformats.org/officeDocument/2006/relationships" id="257" r:id="Re7afd54afc9843d7"/>
    <p:sldId xmlns:r="http://schemas.openxmlformats.org/officeDocument/2006/relationships" id="258" r:id="R562ec9fdd9dd4d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a7297527b1488b" /><Relationship Type="http://schemas.openxmlformats.org/officeDocument/2006/relationships/slideMaster" Target="/ppt/slideMasters/slideMaster1.xml" Id="Rdf91714b305d47b4" /><Relationship Type="http://schemas.openxmlformats.org/officeDocument/2006/relationships/notesMaster" Target="/ppt/notesMasters/notesMaster1.xml" Id="R1a6908d656fb4112" /><Relationship Type="http://schemas.openxmlformats.org/officeDocument/2006/relationships/presProps" Target="/ppt/presProps.xml" Id="R58220fd15305440a" /><Relationship Type="http://schemas.openxmlformats.org/officeDocument/2006/relationships/tableStyles" Target="/ppt/tableStyles.xml" Id="R4cb91739eaab4a8e" /><Relationship Type="http://schemas.openxmlformats.org/officeDocument/2006/relationships/slide" Target="/ppt/slides/slide1.xml" Id="R2094aba1eec341a5" /><Relationship Type="http://schemas.openxmlformats.org/officeDocument/2006/relationships/slide" Target="/ppt/slides/slide2.xml" Id="Re7afd54afc9843d7" /><Relationship Type="http://schemas.openxmlformats.org/officeDocument/2006/relationships/slide" Target="/ppt/slides/slide3.xml" Id="R562ec9fdd9dd4d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fb8998fb7b4d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0a2f5fed9f4e3d" /><Relationship Type="http://schemas.openxmlformats.org/officeDocument/2006/relationships/notesMaster" Target="/ppt/notesMasters/notesMaster1.xml" Id="Rb9135018924f4a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6445fb1b934ba6" /><Relationship Type="http://schemas.openxmlformats.org/officeDocument/2006/relationships/notesMaster" Target="/ppt/notesMasters/notesMaster1.xml" Id="R6cb599f05bd14a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38719fd08e4bdd" /><Relationship Type="http://schemas.openxmlformats.org/officeDocument/2006/relationships/notesMaster" Target="/ppt/notesMasters/notesMaster1.xml" Id="R89a56b23c2b946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74062da37642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efaa8acfba4f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5593e8a1b14f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70ceaf0d7e40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c6ccaaaab94b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436b8bcccf4e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12233A-E9C0-4F09-A35D-AE76F41252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DFF8277-71A4-40FD-944B-73D326D1EF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1E6898F-0E04-4676-90A7-3B978F5939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755AE5-1736-4B24-AF79-E29B29AF7C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9EF3594-4348-4740-A8ED-59A02353CE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277D1B-2D1E-4424-971A-0112D0821E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E81435-5415-4E29-A65E-2D9AA6D766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AC374BE-752A-46BE-882C-901A75C62A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C3FDD7-E89A-4CEF-8A92-701EB18830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1E7AE6-66AC-43DD-8BB7-138ABEFBB0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f51c3570904eeb" /><Relationship Type="http://schemas.openxmlformats.org/officeDocument/2006/relationships/slideLayout" Target="/ppt/slideLayouts/slideLayout1.xml" Id="Rd26392f9d47c4f5e" /><Relationship Type="http://schemas.openxmlformats.org/officeDocument/2006/relationships/slideLayout" Target="/ppt/slideLayouts/slideLayout2.xml" Id="Rd8b39b4ac2624067" /><Relationship Type="http://schemas.openxmlformats.org/officeDocument/2006/relationships/slideLayout" Target="/ppt/slideLayouts/slideLayout3.xml" Id="R1f3e32fc871145d4" /><Relationship Type="http://schemas.openxmlformats.org/officeDocument/2006/relationships/slideLayout" Target="/ppt/slideLayouts/slideLayout4.xml" Id="R8093014c80f94511" /><Relationship Type="http://schemas.openxmlformats.org/officeDocument/2006/relationships/slideLayout" Target="/ppt/slideLayouts/slideLayout5.xml" Id="Rf39568c0e5cb432a" /><Relationship Type="http://schemas.openxmlformats.org/officeDocument/2006/relationships/slideLayout" Target="/ppt/slideLayouts/slideLayout6.xml" Id="Re4690d17b71d48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6392f9d47c4f5e"/>
    <p:sldLayoutId xmlns:r="http://schemas.openxmlformats.org/officeDocument/2006/relationships" id="2147483650" r:id="Rd8b39b4ac2624067"/>
    <p:sldLayoutId xmlns:r="http://schemas.openxmlformats.org/officeDocument/2006/relationships" id="2147483651" r:id="R1f3e32fc871145d4"/>
    <p:sldLayoutId xmlns:r="http://schemas.openxmlformats.org/officeDocument/2006/relationships" id="2147483652" r:id="R8093014c80f94511"/>
    <p:sldLayoutId xmlns:r="http://schemas.openxmlformats.org/officeDocument/2006/relationships" id="2147483653" r:id="Rf39568c0e5cb432a"/>
    <p:sldLayoutId xmlns:r="http://schemas.openxmlformats.org/officeDocument/2006/relationships" id="2147483654" r:id="Re4690d17b71d48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e93a1c294a4f7b" /><Relationship Type="http://schemas.openxmlformats.org/officeDocument/2006/relationships/image" Target="/ppt/media/image.png" Id="Rf82a49fb5b244edd" /><Relationship Type="http://schemas.openxmlformats.org/officeDocument/2006/relationships/notesSlide" Target="/ppt/notesSlides/notesSlide1.xml" Id="R9521e65a89fd45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eea7a14836465d" /><Relationship Type="http://schemas.openxmlformats.org/officeDocument/2006/relationships/notesSlide" Target="/ppt/notesSlides/notesSlide2.xml" Id="R51a9d9c390ee4a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9cd7c9006d4531" /><Relationship Type="http://schemas.openxmlformats.org/officeDocument/2006/relationships/image" Target="/ppt/media/image.jpeg" Id="R09a9eab73a8940e4" /><Relationship Type="http://schemas.openxmlformats.org/officeDocument/2006/relationships/notesSlide" Target="/ppt/notesSlides/notesSlide3.xml" Id="R414b1cbfe0514b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9A4D49-081A-40E8-9F26-5DC73FF6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9250"/>
            <a:ext cx="1778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3E5F7-AB05-4E43-ACA7-FC48473C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20320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PROJECT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688D0-7AFF-4F10-A304-D71B6FC6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381000"/>
            <a:ext cx="5715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Demo 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194FB-ADAD-4F7A-9E26-8FC6520C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2500" y="381000"/>
            <a:ext cx="6350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GitHub 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6C65D-84FC-43B1-8136-FB2BD27F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7600"/>
            <a:ext cx="25400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665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66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665C"/>
                </a:solidFill>
                <a:latin typeface="Apple SD Gothic Neo"/>
                <a:ea typeface="Apple SD Gothic Neo"/>
                <a:cs typeface="Apple SD Gothic Neo"/>
              </a:rPr>
              <a:t>MUSIC DISCOVERY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B0C00-2E34-4596-82A6-3ADDDB1F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00" b="1">
                <a:solidFill>
                  <a:srgbClr val="14151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500" b="1">
                <a:solidFill>
                  <a:srgbClr val="1415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00" b="1">
                <a:solidFill>
                  <a:srgbClr val="141517"/>
                </a:solidFill>
                <a:latin typeface="Apple SD Gothic Neo"/>
                <a:ea typeface="Apple SD Gothic Neo"/>
                <a:cs typeface="Apple SD Gothic Neo"/>
              </a:rPr>
              <a:t>NEWTRONOME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54B57-7154-4CFA-9344-894F58EF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22500"/>
            <a:ext cx="45720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50" b="1">
                <a:solidFill>
                  <a:srgbClr val="14151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550" b="1">
                <a:solidFill>
                  <a:srgbClr val="1415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50" b="1">
                <a:solidFill>
                  <a:srgbClr val="141517"/>
                </a:solidFill>
                <a:latin typeface="Apple SD Gothic Neo"/>
                <a:ea typeface="Apple SD Gothic Neo"/>
                <a:cs typeface="Apple SD Gothic Neo"/>
              </a:rPr>
              <a:t>외부 음악 연동과 상태 관리 구조를</a:t>
            </a:r>
          </a:p>
          <a:p xmlns:a="http://schemas.openxmlformats.org/drawingml/2006/main">
            <a:pPr>
              <a:defRPr sz="1550" b="1">
                <a:solidFill>
                  <a:srgbClr val="1415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50" b="1">
                <a:solidFill>
                  <a:srgbClr val="141517"/>
                </a:solidFill>
                <a:latin typeface="Apple SD Gothic Neo"/>
                <a:ea typeface="Apple SD Gothic Neo"/>
                <a:cs typeface="Apple SD Gothic Neo"/>
              </a:rPr>
              <a:t>개선한 음악 서비스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9DB37-4A1F-4F60-B028-763BF142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84500"/>
            <a:ext cx="4572000" cy="7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rPr>
              <a:t>SoundCloud 플레이리스트 재생, iTunes 음악 검색,</a:t>
            </a:r>
          </a:p>
          <a:p xmlns:a="http://schemas.openxmlformats.org/drawingml/2006/main">
            <a:pPr>
              <a:defRPr sz="105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rPr>
              <a:t>사용자별 트랙 저장과 커뮤니티 기능을 구현했습니다.</a:t>
            </a:r>
          </a:p>
          <a:p xmlns:a="http://schemas.openxmlformats.org/drawingml/2006/main">
            <a:pPr>
              <a:defRPr sz="105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rPr>
              <a:t>기능 확장 과정에서 재생 상태와 서버 상태 구조를 리팩터링했습니다.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9F5EB-0AA5-4A0F-B966-6C2B77C8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87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6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5EB5D-09B5-46AA-919A-AAB965DB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02100"/>
            <a:ext cx="46355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rPr>
              <a:t>React / TypeScript / TanStack Query / Zustand / Firebase / Vitest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5F905-1A97-4EF7-8B40-B3CFEBDC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1016000"/>
            <a:ext cx="5524500" cy="336550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0B0B0C"/>
          </a:solidFill>
          <a:ln xmlns:a="http://schemas.openxmlformats.org/drawingml/2006/main" w="6350">
            <a:solidFill>
              <a:srgbClr val="0B0B0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D1E33-6652-4B3D-AF9B-A691D7D8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1130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2701E5-4176-4D0F-B806-0034260C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550" y="1130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1B20B-8588-4381-AD10-770AF4B8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900" y="1130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3A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34B5C-0780-4F74-A69B-B7476B7EAE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a49fb5b244edd"/>
          <a:stretch xmlns:a="http://schemas.openxmlformats.org/drawingml/2006/main"/>
        </p:blipFill>
        <p:spPr>
          <a:xfrm xmlns:a="http://schemas.openxmlformats.org/drawingml/2006/main">
            <a:off x="6316663" y="1320800"/>
            <a:ext cx="4448175" cy="2965450"/>
          </a:xfrm>
          <a:prstGeom xmlns:a="http://schemas.openxmlformats.org/drawingml/2006/main" prst="roundRect">
            <a:avLst>
              <a:gd name="adj" fmla="val 3854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FB6A1-EAFC-44F0-AFD4-C0AC407A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9800"/>
            <a:ext cx="1841500" cy="40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C4C41E-C594-4593-BF3E-CEE258CC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4794250"/>
            <a:ext cx="16383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비공식 API·프록시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341E11-6707-45E8-8BE8-689FDC56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600" y="4813300"/>
            <a:ext cx="31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00" b="1">
                <a:solidFill>
                  <a:srgbClr val="5278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00" b="1">
                <a:solidFill>
                  <a:srgbClr val="5278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00" b="1">
                <a:solidFill>
                  <a:srgbClr val="5278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04DE63-25BB-40ED-952D-C951821B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00" y="4749800"/>
            <a:ext cx="2286000" cy="40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F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F62B1C-D26D-4D1F-9189-AD40B920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100" y="4794250"/>
            <a:ext cx="20828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공식 SoundCloud Widget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69A468-6CE2-4FD1-9EC8-8E729BC5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3200"/>
            <a:ext cx="1841500" cy="40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B58B34-E44E-4A0A-918E-F927D3D9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327650"/>
            <a:ext cx="16383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Context API 재생 상태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B8E9E4-33F6-4382-B207-745101C1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600" y="5346700"/>
            <a:ext cx="31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00" b="1">
                <a:solidFill>
                  <a:srgbClr val="5278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00" b="1">
                <a:solidFill>
                  <a:srgbClr val="5278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00" b="1">
                <a:solidFill>
                  <a:srgbClr val="5278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727888-ED95-4C43-8620-3F04C94D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00" y="5283200"/>
            <a:ext cx="2286000" cy="40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F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48DBD3-6FBF-40FF-B48C-363C1C9F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100" y="5327650"/>
            <a:ext cx="20828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Zustand 선택적 구독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F40C30-674B-441B-86AA-215D999F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4749800"/>
            <a:ext cx="2540000" cy="40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F53D9C-C458-44A0-B522-B9DFB6C6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94250"/>
            <a:ext cx="23368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665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66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665C"/>
                </a:solidFill>
                <a:latin typeface="Apple SD Gothic Neo"/>
                <a:ea typeface="Apple SD Gothic Neo"/>
                <a:cs typeface="Apple SD Gothic Neo"/>
              </a:rPr>
              <a:t>Playlist · 연속 재생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2B566D-12EC-4A56-8441-DBFCCEC8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49800"/>
            <a:ext cx="2540000" cy="40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BBBBFD-2536-46E1-87E9-B9AFEF83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4100" y="4794250"/>
            <a:ext cx="23368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Likes · 단일 재생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89ADD9-02E1-4B93-8D24-0494CBA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5283200"/>
            <a:ext cx="2540000" cy="40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5063ED-11E7-493D-AFBE-2FB89B7C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27650"/>
            <a:ext cx="23368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검색 · 아티스트 곡 탐색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A200E2-15B9-4E4B-8340-EE1B987D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83200"/>
            <a:ext cx="2540000" cy="40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EF5674-5CB9-433F-868C-C523433A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4100" y="5327650"/>
            <a:ext cx="23368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665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66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665C"/>
                </a:solidFill>
                <a:latin typeface="Apple SD Gothic Neo"/>
                <a:ea typeface="Apple SD Gothic Neo"/>
                <a:cs typeface="Apple SD Gothic Neo"/>
              </a:rPr>
              <a:t>반응형 · 키보드 접근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E5FEFE-8195-4D5D-ABEF-6BC1B93C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4300"/>
            <a:ext cx="330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rPr>
              <a:t>NEWTRONOME  ·  2025. 08 - 진행 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E8C201-E184-4C3B-B8A2-038D345A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4300"/>
            <a:ext cx="44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rPr>
              <a:t>6 / 9</a:t>
            </a:r>
          </a:p>
        </p:txBody>
      </p:sp>
    </p:spTree>
    <p:extLst>
      <p:ext uri="{BB962C8B-B14F-4D97-AF65-F5344CB8AC3E}">
        <p14:creationId xmlns:p14="http://schemas.microsoft.com/office/powerpoint/2010/main" val="11361985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7B6563-95C5-458C-ADBC-0450F405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9250"/>
            <a:ext cx="1778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1ECE0-7B80-44BF-9B91-5DE2CDC1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20320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STATE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89A7F-D42E-4512-B7A1-F84BBC59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381000"/>
            <a:ext cx="5715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Demo 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FAE18-BDB0-4D10-B2FE-4EEDCFA0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2500" y="381000"/>
            <a:ext cx="6350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GitHub 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9807F-4829-4D41-A996-C7397E61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0750"/>
            <a:ext cx="6985000" cy="7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151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15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41517"/>
                </a:solidFill>
                <a:latin typeface="Apple SD Gothic Neo"/>
                <a:ea typeface="Apple SD Gothic Neo"/>
                <a:cs typeface="Apple SD Gothic Neo"/>
              </a:rPr>
              <a:t>직접 관리하던 게시판 캐시를</a:t>
            </a:r>
          </a:p>
          <a:p xmlns:a="http://schemas.openxmlformats.org/drawingml/2006/main">
            <a:pPr>
              <a:defRPr sz="2400" b="1">
                <a:solidFill>
                  <a:srgbClr val="1415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41517"/>
                </a:solidFill>
                <a:latin typeface="Apple SD Gothic Neo"/>
                <a:ea typeface="Apple SD Gothic Neo"/>
                <a:cs typeface="Apple SD Gothic Neo"/>
              </a:rPr>
              <a:t>TanStack Query로 전환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62FCE-7F9A-4247-B9B1-6AA31825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793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rPr>
              <a:t>Firestore 접근과 UI 상태의 책임을 분리하고, 변경 범위에 맞춰 캐시를 갱신했습니다.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02FAE-3C32-4BE3-A5EB-E8897560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0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FF6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FBA09-9CC5-4B2A-BEB2-4B93DB5B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35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1">
                <a:solidFill>
                  <a:srgbClr val="FF665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00" b="1">
                <a:solidFill>
                  <a:srgbClr val="FF66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00" b="1">
                <a:solidFill>
                  <a:srgbClr val="FF665C"/>
                </a:solidFill>
                <a:latin typeface="Apple SD Gothic Neo"/>
                <a:ea typeface="Apple SD Gothic Neo"/>
                <a:cs typeface="Apple SD Gothic Neo"/>
              </a:rPr>
              <a:t>문제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1F4A0-21E2-4489-BF83-44A40B81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1100"/>
            <a:ext cx="43815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50" b="1">
                <a:solidFill>
                  <a:srgbClr val="FF665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250" b="1">
                <a:solidFill>
                  <a:srgbClr val="FF66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50" b="1">
                <a:solidFill>
                  <a:srgbClr val="FF665C"/>
                </a:solidFill>
                <a:latin typeface="Apple SD Gothic Neo"/>
                <a:ea typeface="Apple SD Gothic Neo"/>
                <a:cs typeface="Apple SD Gothic Neo"/>
              </a:rPr>
              <a:t>PostsProvider가 데이터 접근과</a:t>
            </a:r>
          </a:p>
          <a:p xmlns:a="http://schemas.openxmlformats.org/drawingml/2006/main">
            <a:pPr>
              <a:defRPr sz="1250" b="1">
                <a:solidFill>
                  <a:srgbClr val="FF66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50" b="1">
                <a:solidFill>
                  <a:srgbClr val="FF665C"/>
                </a:solidFill>
                <a:latin typeface="Apple SD Gothic Neo"/>
                <a:ea typeface="Apple SD Gothic Neo"/>
                <a:cs typeface="Apple SD Gothic Neo"/>
              </a:rPr>
              <a:t>수동 캐시를 함께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E7DF4-87ED-49CA-9C58-ECC54804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00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5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5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5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rPr>
              <a:t>기능이 늘면서 캐시 갱신 범위가 복잡해지고,</a:t>
            </a:r>
          </a:p>
          <a:p xmlns:a="http://schemas.openxmlformats.org/drawingml/2006/main">
            <a:pPr>
              <a:defRPr sz="95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5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rPr>
              <a:t>늦게 끝난 요청이 다른 화면을 바꿀 가능성이 생겼습니다.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16837-817E-4DF0-9A8A-34BE1937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324100"/>
            <a:ext cx="0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173F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AD620-B2EE-476D-851C-8591F095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50" y="2247900"/>
            <a:ext cx="635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해결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E8A66-BD9E-4944-BE51-AF7A5DFC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50" y="2451100"/>
            <a:ext cx="45085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2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Firestore Service와 Query Hook으로</a:t>
            </a:r>
          </a:p>
          <a:p xmlns:a="http://schemas.openxmlformats.org/drawingml/2006/main">
            <a:pPr>
              <a:defRPr sz="12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데이터 흐름을 분리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E6B6B-23A8-4862-9F72-F71F80C1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50" y="2940050"/>
            <a:ext cx="463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5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5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5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rPr>
              <a:t>게시판 종류·게시글 ID·사용자 ID로 Query Key를 나누고,</a:t>
            </a:r>
          </a:p>
          <a:p xmlns:a="http://schemas.openxmlformats.org/drawingml/2006/main">
            <a:pPr>
              <a:defRPr sz="95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5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rPr>
              <a:t>변경과 관련된 Query만 갱신했습니다.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C5C273-814C-4F7D-BA4E-7FBD7BAE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3746500"/>
            <a:ext cx="2222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6350">
            <a:solidFill>
              <a:srgbClr val="CAD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63EE9-455E-46D8-8595-27D81446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300" y="3829050"/>
            <a:ext cx="19939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PostsProvider</a:t>
            </a:r>
          </a:p>
          <a:p xmlns:a="http://schemas.openxmlformats.org/drawingml/2006/main">
            <a:pPr>
              <a:def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useRef 직접 캐시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CBC37-F9EA-4847-9C80-554B9FA6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3924300"/>
            <a:ext cx="3048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278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278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278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1A6E4-BD08-4ADF-85F7-CAD305D9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3746500"/>
            <a:ext cx="2222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6350">
            <a:solidFill>
              <a:srgbClr val="CAD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B2514D-10F1-4FA1-9F1E-7AE136DF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829050"/>
            <a:ext cx="19939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Firestore Service</a:t>
            </a:r>
          </a:p>
          <a:p xmlns:a="http://schemas.openxmlformats.org/drawingml/2006/main">
            <a:pPr>
              <a:def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접근 책임 분리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3796E1-F021-4687-8B62-80F8A035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24300"/>
            <a:ext cx="3048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278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278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278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5F9D9D-731F-4F44-9495-6E19F82B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46500"/>
            <a:ext cx="247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3F6B"/>
          </a:solidFill>
          <a:ln xmlns:a="http://schemas.openxmlformats.org/drawingml/2006/main" w="6350">
            <a:solidFill>
              <a:srgbClr val="173F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FA5D04-8F9F-48F1-A994-6185836D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29050"/>
            <a:ext cx="22479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TanStack Query</a:t>
            </a:r>
          </a:p>
          <a:p xmlns:a="http://schemas.openxmlformats.org/drawingml/2006/main">
            <a:pPr>
              <a:def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Query Key·Mutation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448A2C-7B54-4C6A-9E82-9F0A86A5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2350"/>
            <a:ext cx="8255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실제 처리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5F4765-67C5-48D0-99C0-5D7713AE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4794250"/>
            <a:ext cx="920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00" b="1">
                <a:solidFill>
                  <a:srgbClr val="14151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100" b="1">
                <a:solidFill>
                  <a:srgbClr val="1415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0" b="1">
                <a:solidFill>
                  <a:srgbClr val="141517"/>
                </a:solidFill>
                <a:latin typeface="Apple SD Gothic Neo"/>
                <a:ea typeface="Apple SD Gothic Neo"/>
                <a:cs typeface="Apple SD Gothic Neo"/>
              </a:rPr>
              <a:t>A 게시글의 늦은 조회수 응답은 A 캐시만 갱신하고, 사용자가 이동한 B 게시글에는 영향을 주지 않습니다.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4780E3-FAA8-40CF-B780-D1434E49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1450"/>
            <a:ext cx="1111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6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A14A4F-FE81-4D72-A6F5-BD3D840E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2900"/>
            <a:ext cx="635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CEA766-C5EC-4139-ABA1-DF7DBE74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500" y="5372100"/>
            <a:ext cx="97155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50" b="1">
                <a:solidFill>
                  <a:srgbClr val="14151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150" b="1">
                <a:solidFill>
                  <a:srgbClr val="1415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50" b="1">
                <a:solidFill>
                  <a:srgbClr val="141517"/>
                </a:solidFill>
                <a:latin typeface="Apple SD Gothic Neo"/>
                <a:ea typeface="Apple SD Gothic Neo"/>
                <a:cs typeface="Apple SD Gothic Neo"/>
              </a:rPr>
              <a:t>PostsContext를 제거하고 서버 상태와 입력 상태를 분리했습니다. 백그라운드 재조회 중에도 작성 중인 입력값을 유지하고, 중복 삭제와 늦은 응답을 브라우저 테스트로 확인했습니다.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1FE8EE-FF80-476C-978F-3A046E41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4300"/>
            <a:ext cx="330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rPr>
              <a:t>NEWTRONOME  ·  2025. 08 - 진행 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E1056C-EF91-4AAF-9827-B15121E9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4300"/>
            <a:ext cx="44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rPr>
              <a:t>7 / 9</a:t>
            </a:r>
          </a:p>
        </p:txBody>
      </p:sp>
    </p:spTree>
    <p:extLst>
      <p:ext uri="{BB962C8B-B14F-4D97-AF65-F5344CB8AC3E}">
        <p14:creationId xmlns:p14="http://schemas.microsoft.com/office/powerpoint/2010/main" val="6607834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145A55-D8E8-47F9-9D0C-6B6A70FD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9250"/>
            <a:ext cx="1778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F8F6C-126D-4476-8CCC-DCF70BF4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20320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ASYNC &amp; PLAYBACK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90E4A-1A40-4F16-AEE4-65735F70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381000"/>
            <a:ext cx="5715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Demo 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CF72B-9930-4577-8A3A-2E30A73A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2500" y="381000"/>
            <a:ext cx="6350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GitHub 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D1CD4-C154-4613-BEE7-1CBA8644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0750"/>
            <a:ext cx="7620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50" b="1">
                <a:solidFill>
                  <a:srgbClr val="14151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450" b="1">
                <a:solidFill>
                  <a:srgbClr val="1415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50" b="1">
                <a:solidFill>
                  <a:srgbClr val="141517"/>
                </a:solidFill>
                <a:latin typeface="Apple SD Gothic Neo"/>
                <a:ea typeface="Apple SD Gothic Neo"/>
                <a:cs typeface="Apple SD Gothic Neo"/>
              </a:rPr>
              <a:t>비동기 검색과 오디오 재생 충돌 처리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F5EDD-B1B1-41A6-8463-011D2392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901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rPr>
              <a:t>이전 검색과 재생 요청이 늦게 완료되어도 최신 선택만 화면과 재생 상태에 반영했습니다.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267F2-9A6D-47FC-87D0-4812A992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08200"/>
            <a:ext cx="5461000" cy="3556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0B0B0C"/>
          </a:solidFill>
          <a:ln xmlns:a="http://schemas.openxmlformats.org/drawingml/2006/main" w="6350">
            <a:solidFill>
              <a:srgbClr val="0B0B0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8462D-12C3-4633-B406-C244CBDE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" y="2222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4BC91-24B3-4591-89EC-EC2F2337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" y="2222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797F3-7622-4A49-A894-A01D0FEF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2222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3A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46388-E603-4A4B-8DDF-93EF1AC57F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9eab73a8940e4"/>
          <a:stretch xmlns:a="http://schemas.openxmlformats.org/drawingml/2006/main"/>
        </p:blipFill>
        <p:spPr>
          <a:xfrm xmlns:a="http://schemas.openxmlformats.org/drawingml/2006/main">
            <a:off x="896937" y="2413000"/>
            <a:ext cx="4733925" cy="3155950"/>
          </a:xfrm>
          <a:prstGeom xmlns:a="http://schemas.openxmlformats.org/drawingml/2006/main" prst="roundRect">
            <a:avLst>
              <a:gd name="adj" fmla="val 3622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73C970-C278-4672-848A-8FEE7822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108200"/>
            <a:ext cx="60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665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66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665C"/>
                </a:solidFill>
                <a:latin typeface="Apple SD Gothic Neo"/>
                <a:ea typeface="Apple SD Gothic Neo"/>
                <a:cs typeface="Apple SD Gothic Neo"/>
              </a:rPr>
              <a:t>문제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BF9C1C-041D-4267-A00D-2FED8C1E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349500"/>
            <a:ext cx="44450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연속 검색과 미리듣기의 경쟁 상태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FDF0C-5428-4105-B13C-84D0E1D8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717800"/>
            <a:ext cx="463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0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rPr>
              <a:t>검색어나 곡을 빠르게 변경하면 이전 요청이 나중에 완료되어</a:t>
            </a:r>
          </a:p>
          <a:p xmlns:a="http://schemas.openxmlformats.org/drawingml/2006/main">
            <a:pPr>
              <a:defRPr sz="10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rPr>
              <a:t>현재 검색 결과나 재생 상태를 덮어쓸 수 있었습니다.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E7C815-80DF-43BE-92F4-C86458CE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3333750"/>
            <a:ext cx="469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6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B70053-8126-4DE5-9C84-8A346B06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7800" y="3492500"/>
            <a:ext cx="6350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검색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0A0C2-847C-4917-BBED-3562B2BD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3778250"/>
            <a:ext cx="1397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6350">
            <a:solidFill>
              <a:srgbClr val="CAD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F37B80-22E3-4DB1-B0E1-842C4D6A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50" y="3860800"/>
            <a:ext cx="11684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요청 취소</a:t>
            </a:r>
          </a:p>
          <a:p xmlns:a="http://schemas.openxmlformats.org/drawingml/2006/main">
            <a:pPr>
              <a:def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AbortSignal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2F41A2-3ABE-4A33-BD0C-1DBF0C2E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050" y="3968750"/>
            <a:ext cx="2413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00" b="1">
                <a:solidFill>
                  <a:srgbClr val="5278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300" b="1">
                <a:solidFill>
                  <a:srgbClr val="5278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00" b="1">
                <a:solidFill>
                  <a:srgbClr val="5278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70EEB-E7D8-410C-8127-ADD962A0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78250"/>
            <a:ext cx="1397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6350">
            <a:solidFill>
              <a:srgbClr val="CAD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969780-824A-456D-B073-5BAC4E22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0800"/>
            <a:ext cx="11684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응답 검증</a:t>
            </a:r>
          </a:p>
          <a:p xmlns:a="http://schemas.openxmlformats.org/drawingml/2006/main">
            <a:pPr>
              <a:def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Type Guard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87CF19-6A1E-4758-9871-7B2917E4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68750"/>
            <a:ext cx="2413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00" b="1">
                <a:solidFill>
                  <a:srgbClr val="5278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300" b="1">
                <a:solidFill>
                  <a:srgbClr val="5278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00" b="1">
                <a:solidFill>
                  <a:srgbClr val="5278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2486E6-6568-4C11-B5E2-9C58C833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750" y="3778250"/>
            <a:ext cx="1397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3F6B"/>
          </a:solidFill>
          <a:ln xmlns:a="http://schemas.openxmlformats.org/drawingml/2006/main" w="6350">
            <a:solidFill>
              <a:srgbClr val="173F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C8EA84-0027-4D52-8765-668C9FDD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050" y="3860800"/>
            <a:ext cx="11684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유효한 트랙</a:t>
            </a:r>
          </a:p>
          <a:p xmlns:a="http://schemas.openxmlformats.org/drawingml/2006/main">
            <a:pPr>
              <a:def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표시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44EDB9-70B4-493C-9ACF-D9768A09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7800" y="4603750"/>
            <a:ext cx="6350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재생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78F9CB-EDA4-4409-8218-70BF4DC6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4889500"/>
            <a:ext cx="158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6350">
            <a:solidFill>
              <a:srgbClr val="CAD7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E42971-99E7-4E5D-BE44-4DCAD369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50" y="4972050"/>
            <a:ext cx="13589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요청 번호 생성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97D5F2-4CEA-4A1C-A4AA-B63EF56A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5080000"/>
            <a:ext cx="2413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00" b="1">
                <a:solidFill>
                  <a:srgbClr val="5278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300" b="1">
                <a:solidFill>
                  <a:srgbClr val="5278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00" b="1">
                <a:solidFill>
                  <a:srgbClr val="5278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49B861-B89B-48D5-B637-ACC68AA8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89500"/>
            <a:ext cx="158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6350">
            <a:solidFill>
              <a:srgbClr val="CAD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11CAB5-D7F7-43C2-BE9C-9FB91C3B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72050"/>
            <a:ext cx="13589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최신 요청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7D8EBD-1AC8-4840-9C0E-CA52E18C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080000"/>
            <a:ext cx="2413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00" b="1">
                <a:solidFill>
                  <a:srgbClr val="5278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300" b="1">
                <a:solidFill>
                  <a:srgbClr val="5278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00" b="1">
                <a:solidFill>
                  <a:srgbClr val="5278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19A979-066A-4CCC-8ED9-19DAAD26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750" y="4889500"/>
            <a:ext cx="120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3F6B"/>
          </a:solidFill>
          <a:ln xmlns:a="http://schemas.openxmlformats.org/drawingml/2006/main" w="6350">
            <a:solidFill>
              <a:srgbClr val="173F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E0D3E5-BED2-45B8-8BF8-974BB371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3050" y="4972050"/>
            <a:ext cx="9779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현재 상태 반영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98006B-A991-49F4-A779-ED231A94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57150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3F6B"/>
                </a:solidFill>
                <a:latin typeface="Apple SD Gothic Neo"/>
                <a:ea typeface="Apple SD Gothic Neo"/>
                <a:cs typeface="Apple SD Gothic Neo"/>
              </a:rPr>
              <a:t>iTunes 미리듣기와 SoundCloud 재생은 서로 시작될 때 기존 오디오를 정지합니다.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4B3F0D-12F7-4CDA-8408-9FF2D0D7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4300"/>
            <a:ext cx="330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rPr>
              <a:t>NEWTRONOME  ·  2025. 08 - 진행 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1A50D0-57B0-41E9-B01F-DA8AC726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4300"/>
            <a:ext cx="44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00" b="0">
                <a:solidFill>
                  <a:srgbClr val="777C84"/>
                </a:solidFill>
                <a:latin typeface="Apple SD Gothic Neo"/>
                <a:ea typeface="Apple SD Gothic Neo"/>
                <a:cs typeface="Apple SD Gothic Neo"/>
              </a:rPr>
              <a:t>8 / 9</a:t>
            </a:r>
          </a:p>
        </p:txBody>
      </p:sp>
    </p:spTree>
    <p:extLst>
      <p:ext uri="{BB962C8B-B14F-4D97-AF65-F5344CB8AC3E}">
        <p14:creationId xmlns:p14="http://schemas.microsoft.com/office/powerpoint/2010/main" val="5330027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2026-10-16T08:34:33.3400000Z</dcterms:created>
  <dcterms:modified xsi:type="dcterms:W3CDTF">2026-10-16T08:34:33.3400000Z</dcterms:modified>
</coreProperties>
</file>